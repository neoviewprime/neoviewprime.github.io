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05CA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2EAA5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NEOVIEW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68680" y="3310128"/>
            <a:ext cx="1463040" cy="6400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520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operacional para decisões mais rápidas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tarde, tubarões.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Nogueira  •  João Nunes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926080"/>
            <a:ext cx="4114800" cy="4114800"/>
          </a:xfrm>
          <a:prstGeom prst="ellipse">
            <a:avLst/>
          </a:prstGeom>
          <a:solidFill>
            <a:srgbClr val="005CA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tempo a sua equipe
</a:t>
            </a:r>
            <a:pPr indent="0" marL="0">
              <a:lnSpc>
                <a:spcPts val="4600"/>
              </a:lnSpc>
              <a:buNone/>
            </a:pPr>
            <a:r>
              <a:rPr lang="en-US" sz="4000" b="1" i="1" dirty="0">
                <a:solidFill>
                  <a:srgbClr val="5C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perde procurando informação?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a informação existe. O problema é chegar até ela com confiança e no tempo da decisão.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398264"/>
            <a:ext cx="128016" cy="128016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2702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em várias fontes diferentes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818888"/>
            <a:ext cx="128016" cy="128016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9087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se está usando a versão correta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5239512"/>
            <a:ext cx="128016" cy="128016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111496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se o dado está atualizado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5660136"/>
            <a:ext cx="128016" cy="128016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5321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 outras áreas para avançar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não é falta de dados.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é o caminho até encontrar a informação certa.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minutos perdidos antes de qualquer decisão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cenário-base usado no NeoView, uma busca pode consumir cerca de 30 minutos até que a informação seja localizada, validada e esteja pronta para uso — e esse custo aparece antes da decisão.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26080"/>
            <a:ext cx="640080" cy="640080"/>
          </a:xfrm>
          <a:prstGeom prst="ellipse">
            <a:avLst/>
          </a:prstGeom>
          <a:solidFill>
            <a:srgbClr val="005CA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agir, alguém precisa localizar a informação.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41648" y="35433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926080"/>
            <a:ext cx="640080" cy="64008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A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entregar, alguém precisa validar se está correta.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44968" y="35433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46720" y="260604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73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2926080"/>
            <a:ext cx="640080" cy="64008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20" name="Text 18"/>
          <p:cNvSpPr/>
          <p:nvPr/>
        </p:nvSpPr>
        <p:spPr>
          <a:xfrm>
            <a:off x="836676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decidir, alguém precisa confiar no dado.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003C6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2578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operação do tamanho da Neoenergia, isso não é só um problema operacional. </a:t>
            </a:r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problema de velocidade, produtividade e governança.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impacto da centralização, em números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0BA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manual em fontes dispersas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28032" y="2971800"/>
            <a:ext cx="1417320" cy="14173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297180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-73%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003C6E"/>
          </a:solidFill>
          <a:ln/>
          <a:effectLst>
            <a:outerShdw sx="100000" sy="100000" kx="0" ky="0" algn="bl" rotWithShape="0" blurRad="152400" dist="50800" dir="5400000">
              <a:srgbClr val="1A2733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NEOVIEW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67208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794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unificada, ponto único de acesso à informação validada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tempo procurando. </a:t>
            </a:r>
            <a:pPr algn="ctr" indent="0" marL="0">
              <a:buNone/>
            </a:pPr>
            <a:r>
              <a:rPr lang="en-US" sz="2200" b="1" dirty="0">
                <a:solidFill>
                  <a:srgbClr val="2EA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tempo executando.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05CA9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NeoView: uma camada de acesso,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e decisão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NeoView conecta o que hoje está disperso: organização, indicadores, documentos, relatórios, aprovações e processos — tudo em um único ambiente.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08760" y="34015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unificada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36850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ponto de acesso à informação validada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508760" y="41788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correto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08760" y="44622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encontrado dentro do contexto certo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508760" y="49560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08760" y="52395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controlado e informação rastreável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233172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003C6E"/>
          </a:solidFill>
          <a:ln w="12700">
            <a:solidFill>
              <a:srgbClr val="1B5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5C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NeoView não é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5C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um repositório.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75320" y="3566160"/>
            <a:ext cx="457200" cy="4114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37947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 •  Indicadores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 •  Relatórios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  •  Processos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Buscar. Validar. Decidir.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vamos mostrar isso na prática, em uma demonstração de 36 segundos.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789920" cy="3246120"/>
          </a:xfrm>
          <a:prstGeom prst="roundRect">
            <a:avLst>
              <a:gd name="adj" fmla="val 2817"/>
            </a:avLst>
          </a:prstGeom>
          <a:solidFill>
            <a:srgbClr val="003C6E"/>
          </a:solidFill>
          <a:ln/>
        </p:spPr>
      </p:sp>
      <p:sp>
        <p:nvSpPr>
          <p:cNvPr id="6" name="Shape 4"/>
          <p:cNvSpPr/>
          <p:nvPr/>
        </p:nvSpPr>
        <p:spPr>
          <a:xfrm>
            <a:off x="5532120" y="32461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532120" y="32918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RODAR VÍDEO — 36s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5669280"/>
            <a:ext cx="457200" cy="457200"/>
          </a:xfrm>
          <a:prstGeom prst="ellipse">
            <a:avLst/>
          </a:prstGeom>
          <a:solidFill>
            <a:srgbClr val="005CA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47088" y="5669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46320" y="5669280"/>
            <a:ext cx="457200" cy="45720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5669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0" y="5669280"/>
            <a:ext cx="457200" cy="45720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79408" y="5669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EAA5E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minutos economizados a cada demanda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que antes era gasto procurando, validando e reconfirmando informação pode voltar para análise, atendimento, planejamento e decisão.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6035040" cy="2148840"/>
          </a:xfrm>
          <a:prstGeom prst="roundRect">
            <a:avLst>
              <a:gd name="adj" fmla="val 5106"/>
            </a:avLst>
          </a:prstGeom>
          <a:solidFill>
            <a:srgbClr val="003C6E"/>
          </a:solidFill>
          <a:ln w="12700">
            <a:solidFill>
              <a:srgbClr val="1B5C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5C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65.880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recuperadas por ano (potencial estimado)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1472184" cy="384048"/>
          </a:xfrm>
          <a:prstGeom prst="roundRect">
            <a:avLst>
              <a:gd name="adj" fmla="val 50000"/>
            </a:avLst>
          </a:prstGeom>
          <a:solidFill>
            <a:srgbClr val="0A4B8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9204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usuários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9736" y="4892040"/>
            <a:ext cx="2144268" cy="384048"/>
          </a:xfrm>
          <a:prstGeom prst="roundRect">
            <a:avLst>
              <a:gd name="adj" fmla="val 50000"/>
            </a:avLst>
          </a:prstGeom>
          <a:solidFill>
            <a:srgbClr val="0A4B80"/>
          </a:solidFill>
          <a:ln/>
        </p:spPr>
      </p:sp>
      <p:sp>
        <p:nvSpPr>
          <p:cNvPr id="12" name="Text 10"/>
          <p:cNvSpPr/>
          <p:nvPr/>
        </p:nvSpPr>
        <p:spPr>
          <a:xfrm>
            <a:off x="2459736" y="4892040"/>
            <a:ext cx="21442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buscas / dia útil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68596" y="4892040"/>
            <a:ext cx="1760220" cy="384048"/>
          </a:xfrm>
          <a:prstGeom prst="roundRect">
            <a:avLst>
              <a:gd name="adj" fmla="val 50000"/>
            </a:avLst>
          </a:prstGeom>
          <a:solidFill>
            <a:srgbClr val="0A4B80"/>
          </a:solidFill>
          <a:ln/>
        </p:spPr>
      </p:sp>
      <p:sp>
        <p:nvSpPr>
          <p:cNvPr id="14" name="Text 12"/>
          <p:cNvSpPr/>
          <p:nvPr/>
        </p:nvSpPr>
        <p:spPr>
          <a:xfrm>
            <a:off x="4768596" y="4892040"/>
            <a:ext cx="17602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buscas / mês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39496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0A4B8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94960"/>
            <a:ext cx="1856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0,367h por busca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43784" y="5394960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0A4B80"/>
          </a:solidFill>
          <a:ln/>
        </p:spPr>
      </p:sp>
      <p:sp>
        <p:nvSpPr>
          <p:cNvPr id="18" name="Text 16"/>
          <p:cNvSpPr/>
          <p:nvPr/>
        </p:nvSpPr>
        <p:spPr>
          <a:xfrm>
            <a:off x="2843784" y="5394960"/>
            <a:ext cx="1088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2514600"/>
            <a:ext cx="4343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7920"/>
                </a:solidFill>
              </a:rPr>
              <a:t>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63840" y="27432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precisa ser validado em piloto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24612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número já mostra o tamanho da oportunidade: reduzir o caminho entre a pergunta e a resposta aumenta a produtividade e acelera a decisão em toda a operação.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frentes de entrega de valor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7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94560"/>
            <a:ext cx="731520" cy="731520"/>
          </a:xfrm>
          <a:prstGeom prst="ellipse">
            <a:avLst/>
          </a:prstGeom>
          <a:solidFill>
            <a:srgbClr val="005CA9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busca e menos retrabalho.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7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2252" y="2194560"/>
            <a:ext cx="731520" cy="73152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11" name="Text 9"/>
          <p:cNvSpPr/>
          <p:nvPr/>
        </p:nvSpPr>
        <p:spPr>
          <a:xfrm>
            <a:off x="4302252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80" dirty="0"/>
          </a:p>
        </p:txBody>
      </p:sp>
      <p:sp>
        <p:nvSpPr>
          <p:cNvPr id="12" name="Text 10"/>
          <p:cNvSpPr/>
          <p:nvPr/>
        </p:nvSpPr>
        <p:spPr>
          <a:xfrm>
            <a:off x="3547872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organizada, rastreável e com acesso controlado.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7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72884" y="219456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6" name="Text 14"/>
          <p:cNvSpPr/>
          <p:nvPr/>
        </p:nvSpPr>
        <p:spPr>
          <a:xfrm>
            <a:off x="7072884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080" dirty="0"/>
          </a:p>
        </p:txBody>
      </p:sp>
      <p:sp>
        <p:nvSpPr>
          <p:cNvPr id="17" name="Text 15"/>
          <p:cNvSpPr/>
          <p:nvPr/>
        </p:nvSpPr>
        <p:spPr>
          <a:xfrm>
            <a:off x="6318504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9944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risco de usar versões incorretas ou dados desatualizados.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51976" y="182880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7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43516" y="2194560"/>
            <a:ext cx="731520" cy="731520"/>
          </a:xfrm>
          <a:prstGeom prst="ellipse">
            <a:avLst/>
          </a:prstGeom>
          <a:solidFill>
            <a:srgbClr val="003C6E"/>
          </a:solidFill>
          <a:ln/>
        </p:spPr>
      </p:sp>
      <p:sp>
        <p:nvSpPr>
          <p:cNvPr id="21" name="Text 19"/>
          <p:cNvSpPr/>
          <p:nvPr/>
        </p:nvSpPr>
        <p:spPr>
          <a:xfrm>
            <a:off x="9843516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80" dirty="0"/>
          </a:p>
        </p:txBody>
      </p:sp>
      <p:sp>
        <p:nvSpPr>
          <p:cNvPr id="22" name="Text 20"/>
          <p:cNvSpPr/>
          <p:nvPr/>
        </p:nvSpPr>
        <p:spPr>
          <a:xfrm>
            <a:off x="9089136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0576" y="361188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disponível no momento em que a decisão precisa ser tomada.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003C6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486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do NeoView é simples: gerar mais resultado com a informação que a empresa já possui.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840480"/>
            <a:ext cx="5486400" cy="5486400"/>
          </a:xfrm>
          <a:prstGeom prst="ellipse">
            <a:avLst/>
          </a:prstGeom>
          <a:solidFill>
            <a:srgbClr val="2EAA5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377440"/>
            <a:ext cx="5029200" cy="5029200"/>
          </a:xfrm>
          <a:prstGeom prst="ellipse">
            <a:avLst/>
          </a:prstGeom>
          <a:solidFill>
            <a:srgbClr val="005CA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Começar pequeno, medir o impacto,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com segurança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uma área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busca por informação mais atrasa a operação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9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26280" y="2514600"/>
            <a:ext cx="548640" cy="54864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4526280" y="32004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fontes prioritárias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7033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os dados críticos daquela área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956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9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2514600"/>
            <a:ext cx="548640" cy="548640"/>
          </a:xfrm>
          <a:prstGeom prst="ellipse">
            <a:avLst/>
          </a:prstGeom>
          <a:solidFill>
            <a:srgbClr val="2EAA5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8229600" y="32004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antes e depois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37033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busca, retrabalho, resposta, acessos e satisfação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9FBF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Empresas mais eficientes não são as que têm mais dados.
</a:t>
            </a:r>
            <a:pPr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5C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as que conseguem transformar dados em ação.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5897880"/>
            <a:ext cx="1463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Muito obrigado.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2026-08-02T19:23:20Z</dcterms:created>
  <dcterms:modified xsi:type="dcterms:W3CDTF">2026-08-02T19:23:20Z</dcterms:modified>
</cp:coreProperties>
</file>